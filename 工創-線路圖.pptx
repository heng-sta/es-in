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6" autoAdjust="0"/>
    <p:restoredTop sz="94660"/>
  </p:normalViewPr>
  <p:slideViewPr>
    <p:cSldViewPr snapToGrid="0">
      <p:cViewPr>
        <p:scale>
          <a:sx n="100" d="100"/>
          <a:sy n="100" d="100"/>
        </p:scale>
        <p:origin x="20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4138AC-B74B-1488-80EB-3813D62E3B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1A77F57-8E80-85E8-A6F7-B5CDB50ED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576B5E3-E68E-921C-5F96-89A922E4C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ACA9-4ED9-4DE7-9288-517970D52FA1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F5AA152-201E-BD5B-99E9-BE18FB2F8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B4FA4E2-F0FD-7617-6424-D99F63BEA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3B9F3-9F0C-4374-9C20-791C89DBDA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0462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56753D-30FB-3F9D-2E72-0422A8B56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FB3EBBE-2309-7576-FD44-A6ED989E7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BDC2774-C9E2-8919-7E7B-2B3C2CC31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ACA9-4ED9-4DE7-9288-517970D52FA1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BB1185-0BA9-2C98-31A0-AC243C22E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02DCD99-7016-6D0A-7812-529FA3867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3B9F3-9F0C-4374-9C20-791C89DBDA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6534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DE9FDE-CA91-988F-AC3D-7D045D699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2D35B4A-0C31-AFAA-19E8-E0F9DACC02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4EB87B7-B40A-CB60-05DA-61C3FB2F8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ACA9-4ED9-4DE7-9288-517970D52FA1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454A636-BCC5-A9DA-4F6A-40425338E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952EAE-7EEB-C010-4B57-3011FB0CE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3B9F3-9F0C-4374-9C20-791C89DBDA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599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5E1DF1-EF35-317F-C608-5FB7F61A4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AAD5D3-B57E-9AE4-6FD3-5E4A926C80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0E21758-BA72-A35F-596D-CDA8C7C1D3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8295105-5214-08B0-1FB0-0164481E0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ACA9-4ED9-4DE7-9288-517970D52FA1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60C0D60-F2EF-3461-B16B-4B4BBF744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4AA9AC2-E8B2-70B7-8BFD-225087925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3B9F3-9F0C-4374-9C20-791C89DBDA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739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AAD923-3001-6963-5B68-AE4720E44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E1BA045-8CA8-F79C-63CA-07822EB55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B5820D6-7A17-BFBB-9281-56D7AE1D19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E722430-92FD-D5BC-B214-DB8688D69E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E41D348-DA2E-371F-5609-BCE8691D08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172CD9D-8FE7-067F-97CD-25475E0DF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ACA9-4ED9-4DE7-9288-517970D52FA1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0E7B273-CA4A-F6E1-E108-17B53379B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C992543-A721-D5CE-A454-1DFA32655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3B9F3-9F0C-4374-9C20-791C89DBDA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3851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97E1BA-B416-FDA6-9505-82E250C3B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36EEA02-2496-BC84-E02D-F0AEB0000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ACA9-4ED9-4DE7-9288-517970D52FA1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07CD355-C56B-F426-87D6-4D35951C7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A23F8EB-6D1C-7973-10E1-829D0232A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3B9F3-9F0C-4374-9C20-791C89DBDA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5064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2628535-3A81-D6F5-B01C-AF1095328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ACA9-4ED9-4DE7-9288-517970D52FA1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71F7DAA-7F68-C799-34DB-581175C2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FC0316-1C94-AAB2-1600-02098D830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3B9F3-9F0C-4374-9C20-791C89DBDA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6125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213225-5736-1E11-623C-9805927CB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4C2F0C0-85B8-FA43-9568-E80F33903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13EFA8A-7230-340E-F182-76B7A4CB7F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D814B17-214C-0FCA-83B1-17EB12FF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ACA9-4ED9-4DE7-9288-517970D52FA1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F442AC6-B4FE-1B1A-0F12-63B523348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9EC9A81-ADE6-C923-7821-BAA8871EB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3B9F3-9F0C-4374-9C20-791C89DBDA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1985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9D4C3E-4EC0-63E5-23F6-341D59808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7ABE4E3-3A79-48A4-0A1E-6E358B6A03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E30D677-3C37-EDE2-8C2B-2244774DB7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CAC7423-673E-20CF-2C3D-EE35AC8D6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ACA9-4ED9-4DE7-9288-517970D52FA1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64B2CF1-F904-DB89-2D3B-34B727022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BBF2C6E-0188-DB08-9FEE-92B26237E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3B9F3-9F0C-4374-9C20-791C89DBDA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9189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F4C1B1-78C9-2E8C-E984-F641EE2C8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E7248E9-6362-F69F-EBC4-91BF3BE334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ED5545-0853-FE7B-7F55-D0D5B489F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ACA9-4ED9-4DE7-9288-517970D52FA1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1FC5530-FA4F-4F99-4461-51EB21F36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AEB39C-EDAB-50FF-CD0B-382FACAF8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3B9F3-9F0C-4374-9C20-791C89DBDA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889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054A433-BC53-1742-CB20-6795630D6D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5263F36-8716-BAD9-71DC-4A3F990AF6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413B3A7-47F1-CB3C-BF71-57322341B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ACA9-4ED9-4DE7-9288-517970D52FA1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981223-C7B7-07D3-52D6-5BBA60CC9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0087C7F-48F3-395E-CB0B-34E1F095D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3B9F3-9F0C-4374-9C20-791C89DBDA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3762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67857D5-408B-0B08-22F5-5B69295FD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ECB3C5-E4FA-604C-573E-81E9503C0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BA249DD-1DC6-7B35-B532-FF35D4B273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12ACA9-4ED9-4DE7-9288-517970D52FA1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0045F8E-4667-C36B-90ED-8C10E96C6F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FE2948-CE56-302C-966B-410975DB5D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93B9F3-9F0C-4374-9C20-791C89DBDA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8970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群組 18">
            <a:extLst>
              <a:ext uri="{FF2B5EF4-FFF2-40B4-BE49-F238E27FC236}">
                <a16:creationId xmlns:a16="http://schemas.microsoft.com/office/drawing/2014/main" id="{D26DAF89-EBD8-F7F2-C2B3-FE5CBA696374}"/>
              </a:ext>
            </a:extLst>
          </p:cNvPr>
          <p:cNvGrpSpPr/>
          <p:nvPr/>
        </p:nvGrpSpPr>
        <p:grpSpPr>
          <a:xfrm>
            <a:off x="9465974" y="4395093"/>
            <a:ext cx="2726026" cy="2000567"/>
            <a:chOff x="5401673" y="3476614"/>
            <a:chExt cx="2726026" cy="2000567"/>
          </a:xfrm>
        </p:grpSpPr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F8F2191F-C909-6905-B647-497ADEB36B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683782">
              <a:off x="5401673" y="3476614"/>
              <a:ext cx="2149863" cy="20005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C2F81068-28CB-6FBE-2BFF-CBA47CF970EA}"/>
                </a:ext>
              </a:extLst>
            </p:cNvPr>
            <p:cNvSpPr txBox="1"/>
            <p:nvPr/>
          </p:nvSpPr>
          <p:spPr>
            <a:xfrm>
              <a:off x="5704539" y="5018147"/>
              <a:ext cx="242316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600" dirty="0"/>
                <a:t>https://shop.mirotek.com.tw/shop/600052/</a:t>
              </a:r>
              <a:endParaRPr lang="zh-TW" altLang="en-US" sz="600" dirty="0"/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170A84A5-9E26-C938-7404-2770714A7A57}"/>
              </a:ext>
            </a:extLst>
          </p:cNvPr>
          <p:cNvGrpSpPr/>
          <p:nvPr/>
        </p:nvGrpSpPr>
        <p:grpSpPr>
          <a:xfrm>
            <a:off x="7672094" y="279057"/>
            <a:ext cx="2798118" cy="2405360"/>
            <a:chOff x="6112505" y="358490"/>
            <a:chExt cx="2798118" cy="2405360"/>
          </a:xfrm>
        </p:grpSpPr>
        <p:pic>
          <p:nvPicPr>
            <p:cNvPr id="1032" name="Picture 8">
              <a:extLst>
                <a:ext uri="{FF2B5EF4-FFF2-40B4-BE49-F238E27FC236}">
                  <a16:creationId xmlns:a16="http://schemas.microsoft.com/office/drawing/2014/main" id="{AA675991-ABAC-292E-2B25-5943C00D95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730277">
              <a:off x="6112505" y="501060"/>
              <a:ext cx="2725633" cy="22627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D7E0CEB3-9299-042F-AB6B-6BA1BF89A25D}"/>
                </a:ext>
              </a:extLst>
            </p:cNvPr>
            <p:cNvSpPr txBox="1"/>
            <p:nvPr/>
          </p:nvSpPr>
          <p:spPr>
            <a:xfrm>
              <a:off x="6487463" y="358490"/>
              <a:ext cx="242316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600" dirty="0"/>
                <a:t>https://shop.mirotek.com.tw/shop/400027/</a:t>
              </a:r>
              <a:endParaRPr lang="zh-TW" altLang="en-US" sz="600" dirty="0"/>
            </a:p>
          </p:txBody>
        </p:sp>
      </p:grp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60A9128B-EA9E-7563-1B4C-DFD2CA04165B}"/>
              </a:ext>
            </a:extLst>
          </p:cNvPr>
          <p:cNvGrpSpPr/>
          <p:nvPr/>
        </p:nvGrpSpPr>
        <p:grpSpPr>
          <a:xfrm>
            <a:off x="9997333" y="459641"/>
            <a:ext cx="2464478" cy="1259840"/>
            <a:chOff x="4154461" y="2631439"/>
            <a:chExt cx="2464478" cy="1259840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FC548009-A556-F411-28F3-907076A574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339822">
              <a:off x="4154461" y="2631439"/>
              <a:ext cx="1338580" cy="12598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3E25F790-768A-CBA6-4D00-E5CAECF425B7}"/>
                </a:ext>
              </a:extLst>
            </p:cNvPr>
            <p:cNvSpPr txBox="1"/>
            <p:nvPr/>
          </p:nvSpPr>
          <p:spPr>
            <a:xfrm>
              <a:off x="4195779" y="2697034"/>
              <a:ext cx="242316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600" dirty="0"/>
                <a:t>https://shop.mirotek.com.tw/shop/400004a/</a:t>
              </a:r>
              <a:endParaRPr lang="zh-TW" altLang="en-US" sz="600" dirty="0"/>
            </a:p>
          </p:txBody>
        </p:sp>
      </p:grp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5B3C233A-7CC1-A992-3EE9-65D4BDA42A05}"/>
              </a:ext>
            </a:extLst>
          </p:cNvPr>
          <p:cNvGrpSpPr/>
          <p:nvPr/>
        </p:nvGrpSpPr>
        <p:grpSpPr>
          <a:xfrm>
            <a:off x="2519216" y="0"/>
            <a:ext cx="2423160" cy="3184195"/>
            <a:chOff x="1137619" y="429471"/>
            <a:chExt cx="2423160" cy="3184195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69AF34A6-8074-DAC0-5BCB-5879218B8D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33592" y="429471"/>
              <a:ext cx="1730041" cy="31062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E9413CE2-88D3-7288-33EC-94A1A1DA7949}"/>
                </a:ext>
              </a:extLst>
            </p:cNvPr>
            <p:cNvSpPr txBox="1"/>
            <p:nvPr/>
          </p:nvSpPr>
          <p:spPr>
            <a:xfrm>
              <a:off x="1137619" y="3429000"/>
              <a:ext cx="242316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600" dirty="0"/>
                <a:t>https://www.icshop.com.tw/products/368030501708</a:t>
              </a:r>
              <a:endParaRPr lang="zh-TW" altLang="en-US" sz="600" dirty="0"/>
            </a:p>
          </p:txBody>
        </p:sp>
      </p:grpSp>
      <p:pic>
        <p:nvPicPr>
          <p:cNvPr id="14" name="圖片 13">
            <a:extLst>
              <a:ext uri="{FF2B5EF4-FFF2-40B4-BE49-F238E27FC236}">
                <a16:creationId xmlns:a16="http://schemas.microsoft.com/office/drawing/2014/main" id="{66154DF8-5F22-BDEA-DCBB-4FD6276CA55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490" r="3503"/>
          <a:stretch>
            <a:fillRect/>
          </a:stretch>
        </p:blipFill>
        <p:spPr>
          <a:xfrm rot="2818164">
            <a:off x="4637063" y="932380"/>
            <a:ext cx="1354025" cy="1196575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60A07ABA-ABDF-29B7-48C2-B7D5A99F9425}"/>
              </a:ext>
            </a:extLst>
          </p:cNvPr>
          <p:cNvSpPr txBox="1"/>
          <p:nvPr/>
        </p:nvSpPr>
        <p:spPr>
          <a:xfrm>
            <a:off x="4828391" y="560719"/>
            <a:ext cx="1448722" cy="92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dirty="0"/>
              <a:t>https://shop.mirotek.com.tw/shop/400107/</a:t>
            </a:r>
            <a:endParaRPr lang="zh-TW" altLang="en-US" sz="600" dirty="0"/>
          </a:p>
        </p:txBody>
      </p: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EF2B6620-EB71-F5F7-9FE4-D6FDE8304936}"/>
              </a:ext>
            </a:extLst>
          </p:cNvPr>
          <p:cNvGrpSpPr/>
          <p:nvPr/>
        </p:nvGrpSpPr>
        <p:grpSpPr>
          <a:xfrm>
            <a:off x="8626145" y="3101945"/>
            <a:ext cx="2423160" cy="1523733"/>
            <a:chOff x="8943946" y="2789367"/>
            <a:chExt cx="2423160" cy="1523733"/>
          </a:xfrm>
        </p:grpSpPr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DE8D64E6-3E93-BBB6-AA5D-E821ED258CC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046012" y="2914232"/>
              <a:ext cx="1171947" cy="1398868"/>
            </a:xfrm>
            <a:prstGeom prst="rect">
              <a:avLst/>
            </a:prstGeom>
          </p:spPr>
        </p:pic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2AF58625-ACBA-A2A8-239D-F9B664192B6F}"/>
                </a:ext>
              </a:extLst>
            </p:cNvPr>
            <p:cNvSpPr txBox="1"/>
            <p:nvPr/>
          </p:nvSpPr>
          <p:spPr>
            <a:xfrm>
              <a:off x="8943946" y="2789367"/>
              <a:ext cx="242316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600" dirty="0"/>
                <a:t>https://shop.mirotek.com.tw/shop/910025/</a:t>
              </a:r>
              <a:endParaRPr lang="zh-TW" altLang="en-US" sz="600" dirty="0"/>
            </a:p>
          </p:txBody>
        </p:sp>
      </p:grp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B3613945-52F1-A618-E44D-6F7B77A144CB}"/>
              </a:ext>
            </a:extLst>
          </p:cNvPr>
          <p:cNvGrpSpPr/>
          <p:nvPr/>
        </p:nvGrpSpPr>
        <p:grpSpPr>
          <a:xfrm>
            <a:off x="5086887" y="5118377"/>
            <a:ext cx="2647415" cy="276999"/>
            <a:chOff x="4520164" y="5332660"/>
            <a:chExt cx="2647415" cy="276999"/>
          </a:xfrm>
        </p:grpSpPr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B9A7A184-E7EF-3CA7-BBCD-EC3C923E34F3}"/>
                </a:ext>
              </a:extLst>
            </p:cNvPr>
            <p:cNvCxnSpPr/>
            <p:nvPr/>
          </p:nvCxnSpPr>
          <p:spPr>
            <a:xfrm>
              <a:off x="4851099" y="5471160"/>
              <a:ext cx="231648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E275DAF0-B0A1-FED4-65F3-40F8C5CA0CB1}"/>
                </a:ext>
              </a:extLst>
            </p:cNvPr>
            <p:cNvSpPr txBox="1"/>
            <p:nvPr/>
          </p:nvSpPr>
          <p:spPr>
            <a:xfrm>
              <a:off x="4520164" y="5332660"/>
              <a:ext cx="3932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dirty="0"/>
                <a:t>地</a:t>
              </a:r>
            </a:p>
          </p:txBody>
        </p:sp>
      </p:grpSp>
      <p:grpSp>
        <p:nvGrpSpPr>
          <p:cNvPr id="1031" name="群組 1030">
            <a:extLst>
              <a:ext uri="{FF2B5EF4-FFF2-40B4-BE49-F238E27FC236}">
                <a16:creationId xmlns:a16="http://schemas.microsoft.com/office/drawing/2014/main" id="{FED35DD4-8E48-B29C-5A19-72B53D7B1EEA}"/>
              </a:ext>
            </a:extLst>
          </p:cNvPr>
          <p:cNvGrpSpPr/>
          <p:nvPr/>
        </p:nvGrpSpPr>
        <p:grpSpPr>
          <a:xfrm>
            <a:off x="1730648" y="4229341"/>
            <a:ext cx="2423160" cy="1678569"/>
            <a:chOff x="5764033" y="3482621"/>
            <a:chExt cx="2423160" cy="1678569"/>
          </a:xfrm>
        </p:grpSpPr>
        <p:pic>
          <p:nvPicPr>
            <p:cNvPr id="34" name="圖片 33">
              <a:extLst>
                <a:ext uri="{FF2B5EF4-FFF2-40B4-BE49-F238E27FC236}">
                  <a16:creationId xmlns:a16="http://schemas.microsoft.com/office/drawing/2014/main" id="{E72B8A1E-4037-0902-CAF9-D6FE5AC89C2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3197518">
              <a:off x="6019519" y="3523619"/>
              <a:ext cx="1184578" cy="1102582"/>
            </a:xfrm>
            <a:prstGeom prst="rect">
              <a:avLst/>
            </a:prstGeom>
          </p:spPr>
        </p:pic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1441250B-84D6-744C-B7A2-5C716AB35A59}"/>
                </a:ext>
              </a:extLst>
            </p:cNvPr>
            <p:cNvSpPr txBox="1"/>
            <p:nvPr/>
          </p:nvSpPr>
          <p:spPr>
            <a:xfrm>
              <a:off x="5764033" y="4976524"/>
              <a:ext cx="242316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600" dirty="0"/>
                <a:t>https://shop.mirotek.com.tw/shop/400265/</a:t>
              </a:r>
              <a:endParaRPr lang="zh-TW" altLang="en-US" sz="600" dirty="0"/>
            </a:p>
          </p:txBody>
        </p:sp>
      </p:grp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522F8BD8-FDC0-AEFC-C016-A08EBD957E2D}"/>
              </a:ext>
            </a:extLst>
          </p:cNvPr>
          <p:cNvGrpSpPr/>
          <p:nvPr/>
        </p:nvGrpSpPr>
        <p:grpSpPr>
          <a:xfrm>
            <a:off x="5120992" y="5781075"/>
            <a:ext cx="2168849" cy="733113"/>
            <a:chOff x="6825831" y="5360131"/>
            <a:chExt cx="2168849" cy="733113"/>
          </a:xfrm>
        </p:grpSpPr>
        <p:pic>
          <p:nvPicPr>
            <p:cNvPr id="36" name="圖片 35">
              <a:extLst>
                <a:ext uri="{FF2B5EF4-FFF2-40B4-BE49-F238E27FC236}">
                  <a16:creationId xmlns:a16="http://schemas.microsoft.com/office/drawing/2014/main" id="{A555F7F4-2A4B-5B98-9C1B-43B939CED83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094179" y="5709246"/>
              <a:ext cx="1178475" cy="383998"/>
            </a:xfrm>
            <a:prstGeom prst="rect">
              <a:avLst/>
            </a:prstGeom>
          </p:spPr>
        </p:pic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B3280256-DD62-A0F2-730D-07DBB1A4DAD2}"/>
                </a:ext>
              </a:extLst>
            </p:cNvPr>
            <p:cNvSpPr txBox="1"/>
            <p:nvPr/>
          </p:nvSpPr>
          <p:spPr>
            <a:xfrm>
              <a:off x="6825831" y="5590202"/>
              <a:ext cx="20639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600" dirty="0"/>
                <a:t>https://world.taobao.com/product/%E6%A3%95%E9%BB%91%E7%B4%85%E9%9B%BB%E9%98%BB.htm</a:t>
              </a:r>
              <a:endParaRPr lang="zh-TW" altLang="en-US" sz="600" dirty="0"/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237E5CF6-7476-2175-4146-F978938DAA77}"/>
                </a:ext>
              </a:extLst>
            </p:cNvPr>
            <p:cNvSpPr txBox="1"/>
            <p:nvPr/>
          </p:nvSpPr>
          <p:spPr>
            <a:xfrm>
              <a:off x="6930700" y="5360131"/>
              <a:ext cx="20639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dirty="0"/>
                <a:t>僅示意 與真實電阻不同</a:t>
              </a:r>
            </a:p>
          </p:txBody>
        </p:sp>
      </p:grp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19B4CD5A-ADDC-AD58-CCE1-F48E13833E87}"/>
              </a:ext>
            </a:extLst>
          </p:cNvPr>
          <p:cNvCxnSpPr/>
          <p:nvPr/>
        </p:nvCxnSpPr>
        <p:spPr>
          <a:xfrm flipH="1" flipV="1">
            <a:off x="9281160" y="4358640"/>
            <a:ext cx="152400" cy="853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接點: 肘形 55">
            <a:extLst>
              <a:ext uri="{FF2B5EF4-FFF2-40B4-BE49-F238E27FC236}">
                <a16:creationId xmlns:a16="http://schemas.microsoft.com/office/drawing/2014/main" id="{B4D3A8E1-EC0F-4A40-2F69-68D53CFAC068}"/>
              </a:ext>
            </a:extLst>
          </p:cNvPr>
          <p:cNvCxnSpPr>
            <a:cxnSpLocks/>
          </p:cNvCxnSpPr>
          <p:nvPr/>
        </p:nvCxnSpPr>
        <p:spPr>
          <a:xfrm rot="10800000">
            <a:off x="7197332" y="4804983"/>
            <a:ext cx="2297190" cy="313393"/>
          </a:xfrm>
          <a:prstGeom prst="bentConnector3">
            <a:avLst>
              <a:gd name="adj1" fmla="val -42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EE61F119-339B-4A82-90C8-8A7B6CE591A5}"/>
              </a:ext>
            </a:extLst>
          </p:cNvPr>
          <p:cNvCxnSpPr/>
          <p:nvPr/>
        </p:nvCxnSpPr>
        <p:spPr>
          <a:xfrm>
            <a:off x="7197332" y="4871178"/>
            <a:ext cx="0" cy="3856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5" name="直線接點 1024">
            <a:extLst>
              <a:ext uri="{FF2B5EF4-FFF2-40B4-BE49-F238E27FC236}">
                <a16:creationId xmlns:a16="http://schemas.microsoft.com/office/drawing/2014/main" id="{1857F658-2D0C-A472-C016-D7D1A6668A00}"/>
              </a:ext>
            </a:extLst>
          </p:cNvPr>
          <p:cNvCxnSpPr/>
          <p:nvPr/>
        </p:nvCxnSpPr>
        <p:spPr>
          <a:xfrm>
            <a:off x="7197332" y="4785360"/>
            <a:ext cx="0" cy="858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9" name="直線接點 1028">
            <a:extLst>
              <a:ext uri="{FF2B5EF4-FFF2-40B4-BE49-F238E27FC236}">
                <a16:creationId xmlns:a16="http://schemas.microsoft.com/office/drawing/2014/main" id="{7401AFE7-78A6-C4D7-EB42-D4D3CCCE8ECB}"/>
              </a:ext>
            </a:extLst>
          </p:cNvPr>
          <p:cNvCxnSpPr>
            <a:cxnSpLocks/>
          </p:cNvCxnSpPr>
          <p:nvPr/>
        </p:nvCxnSpPr>
        <p:spPr>
          <a:xfrm flipH="1">
            <a:off x="8535339" y="1535752"/>
            <a:ext cx="128233" cy="28851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4" name="直線接點 1033">
            <a:extLst>
              <a:ext uri="{FF2B5EF4-FFF2-40B4-BE49-F238E27FC236}">
                <a16:creationId xmlns:a16="http://schemas.microsoft.com/office/drawing/2014/main" id="{E0E7F23E-289A-5430-A338-6EF4306F2AB6}"/>
              </a:ext>
            </a:extLst>
          </p:cNvPr>
          <p:cNvCxnSpPr/>
          <p:nvPr/>
        </p:nvCxnSpPr>
        <p:spPr>
          <a:xfrm>
            <a:off x="8526780" y="4358640"/>
            <a:ext cx="508130" cy="1066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7" name="直線接點 1036">
            <a:extLst>
              <a:ext uri="{FF2B5EF4-FFF2-40B4-BE49-F238E27FC236}">
                <a16:creationId xmlns:a16="http://schemas.microsoft.com/office/drawing/2014/main" id="{4C6B8114-96B7-9F5D-88CD-A81A71CD3A7D}"/>
              </a:ext>
            </a:extLst>
          </p:cNvPr>
          <p:cNvCxnSpPr/>
          <p:nvPr/>
        </p:nvCxnSpPr>
        <p:spPr>
          <a:xfrm>
            <a:off x="8780845" y="1535752"/>
            <a:ext cx="0" cy="14425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9" name="直線接點 1038">
            <a:extLst>
              <a:ext uri="{FF2B5EF4-FFF2-40B4-BE49-F238E27FC236}">
                <a16:creationId xmlns:a16="http://schemas.microsoft.com/office/drawing/2014/main" id="{95A881AC-3367-75D7-AC24-2333BB648303}"/>
              </a:ext>
            </a:extLst>
          </p:cNvPr>
          <p:cNvCxnSpPr/>
          <p:nvPr/>
        </p:nvCxnSpPr>
        <p:spPr>
          <a:xfrm flipH="1">
            <a:off x="6840248" y="2978315"/>
            <a:ext cx="194059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1" name="直線接點 1040">
            <a:extLst>
              <a:ext uri="{FF2B5EF4-FFF2-40B4-BE49-F238E27FC236}">
                <a16:creationId xmlns:a16="http://schemas.microsoft.com/office/drawing/2014/main" id="{0711CCC8-9DBF-537F-8330-8D462331AFDF}"/>
              </a:ext>
            </a:extLst>
          </p:cNvPr>
          <p:cNvCxnSpPr/>
          <p:nvPr/>
        </p:nvCxnSpPr>
        <p:spPr>
          <a:xfrm>
            <a:off x="6840248" y="2978315"/>
            <a:ext cx="0" cy="22785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42" name="群組 1041">
            <a:extLst>
              <a:ext uri="{FF2B5EF4-FFF2-40B4-BE49-F238E27FC236}">
                <a16:creationId xmlns:a16="http://schemas.microsoft.com/office/drawing/2014/main" id="{531ED0BD-A694-C9B9-E3B9-62A702BC4123}"/>
              </a:ext>
            </a:extLst>
          </p:cNvPr>
          <p:cNvGrpSpPr/>
          <p:nvPr/>
        </p:nvGrpSpPr>
        <p:grpSpPr>
          <a:xfrm flipH="1">
            <a:off x="5922767" y="295379"/>
            <a:ext cx="2423160" cy="1259840"/>
            <a:chOff x="3564719" y="2631439"/>
            <a:chExt cx="2423160" cy="1259840"/>
          </a:xfrm>
        </p:grpSpPr>
        <p:pic>
          <p:nvPicPr>
            <p:cNvPr id="1043" name="Picture 4">
              <a:extLst>
                <a:ext uri="{FF2B5EF4-FFF2-40B4-BE49-F238E27FC236}">
                  <a16:creationId xmlns:a16="http://schemas.microsoft.com/office/drawing/2014/main" id="{170EA0E3-74AA-99A7-B089-2E48451228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339822">
              <a:off x="4154461" y="2631439"/>
              <a:ext cx="1338580" cy="12598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44" name="文字方塊 1043">
              <a:extLst>
                <a:ext uri="{FF2B5EF4-FFF2-40B4-BE49-F238E27FC236}">
                  <a16:creationId xmlns:a16="http://schemas.microsoft.com/office/drawing/2014/main" id="{C03A3500-756B-DD77-823C-903A960C3DF2}"/>
                </a:ext>
              </a:extLst>
            </p:cNvPr>
            <p:cNvSpPr txBox="1"/>
            <p:nvPr/>
          </p:nvSpPr>
          <p:spPr>
            <a:xfrm>
              <a:off x="3564719" y="2639750"/>
              <a:ext cx="242316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600" dirty="0"/>
                <a:t>https://shop.mirotek.com.tw/shop/400004a/</a:t>
              </a:r>
              <a:endParaRPr lang="zh-TW" altLang="en-US" sz="600" dirty="0"/>
            </a:p>
          </p:txBody>
        </p:sp>
      </p:grpSp>
      <p:sp>
        <p:nvSpPr>
          <p:cNvPr id="1045" name="文字方塊 1044">
            <a:extLst>
              <a:ext uri="{FF2B5EF4-FFF2-40B4-BE49-F238E27FC236}">
                <a16:creationId xmlns:a16="http://schemas.microsoft.com/office/drawing/2014/main" id="{A16B026E-EB35-E201-FCC2-BA96C856DC82}"/>
              </a:ext>
            </a:extLst>
          </p:cNvPr>
          <p:cNvSpPr txBox="1"/>
          <p:nvPr/>
        </p:nvSpPr>
        <p:spPr>
          <a:xfrm>
            <a:off x="6096000" y="674352"/>
            <a:ext cx="430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2x</a:t>
            </a:r>
            <a:endParaRPr lang="zh-TW" altLang="en-US" dirty="0"/>
          </a:p>
        </p:txBody>
      </p:sp>
      <p:sp>
        <p:nvSpPr>
          <p:cNvPr id="1047" name="文字方塊 1046">
            <a:extLst>
              <a:ext uri="{FF2B5EF4-FFF2-40B4-BE49-F238E27FC236}">
                <a16:creationId xmlns:a16="http://schemas.microsoft.com/office/drawing/2014/main" id="{DBDB64E6-B4C5-B0D5-C722-89320F1E80F5}"/>
              </a:ext>
            </a:extLst>
          </p:cNvPr>
          <p:cNvSpPr txBox="1"/>
          <p:nvPr/>
        </p:nvSpPr>
        <p:spPr>
          <a:xfrm>
            <a:off x="11328128" y="826909"/>
            <a:ext cx="430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2x</a:t>
            </a:r>
            <a:endParaRPr lang="zh-TW" altLang="en-US" dirty="0"/>
          </a:p>
        </p:txBody>
      </p:sp>
      <p:cxnSp>
        <p:nvCxnSpPr>
          <p:cNvPr id="1049" name="直線接點 1048">
            <a:extLst>
              <a:ext uri="{FF2B5EF4-FFF2-40B4-BE49-F238E27FC236}">
                <a16:creationId xmlns:a16="http://schemas.microsoft.com/office/drawing/2014/main" id="{5812E0A8-743E-D0EF-399F-4FE65A6D3F66}"/>
              </a:ext>
            </a:extLst>
          </p:cNvPr>
          <p:cNvCxnSpPr/>
          <p:nvPr/>
        </p:nvCxnSpPr>
        <p:spPr>
          <a:xfrm>
            <a:off x="7532370" y="1177290"/>
            <a:ext cx="963930" cy="1409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1" name="直線接點 1050">
            <a:extLst>
              <a:ext uri="{FF2B5EF4-FFF2-40B4-BE49-F238E27FC236}">
                <a16:creationId xmlns:a16="http://schemas.microsoft.com/office/drawing/2014/main" id="{B1589A8C-A6F1-862A-55D7-688913EBAD50}"/>
              </a:ext>
            </a:extLst>
          </p:cNvPr>
          <p:cNvCxnSpPr/>
          <p:nvPr/>
        </p:nvCxnSpPr>
        <p:spPr>
          <a:xfrm flipV="1">
            <a:off x="7528560" y="1146810"/>
            <a:ext cx="998220" cy="876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3" name="直線接點 1052">
            <a:extLst>
              <a:ext uri="{FF2B5EF4-FFF2-40B4-BE49-F238E27FC236}">
                <a16:creationId xmlns:a16="http://schemas.microsoft.com/office/drawing/2014/main" id="{03256696-6649-790E-729D-E3F98064C8B4}"/>
              </a:ext>
            </a:extLst>
          </p:cNvPr>
          <p:cNvCxnSpPr/>
          <p:nvPr/>
        </p:nvCxnSpPr>
        <p:spPr>
          <a:xfrm flipH="1">
            <a:off x="9433560" y="1318260"/>
            <a:ext cx="803910" cy="38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5" name="直線接點 1054">
            <a:extLst>
              <a:ext uri="{FF2B5EF4-FFF2-40B4-BE49-F238E27FC236}">
                <a16:creationId xmlns:a16="http://schemas.microsoft.com/office/drawing/2014/main" id="{996C3146-E5B9-0B27-3D60-435E2DBCF99A}"/>
              </a:ext>
            </a:extLst>
          </p:cNvPr>
          <p:cNvCxnSpPr/>
          <p:nvPr/>
        </p:nvCxnSpPr>
        <p:spPr>
          <a:xfrm flipH="1" flipV="1">
            <a:off x="9314184" y="1177290"/>
            <a:ext cx="911856" cy="2171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7" name="直線接點 1056">
            <a:extLst>
              <a:ext uri="{FF2B5EF4-FFF2-40B4-BE49-F238E27FC236}">
                <a16:creationId xmlns:a16="http://schemas.microsoft.com/office/drawing/2014/main" id="{869CCEE9-12EF-C7A8-14D4-A6007ED61907}"/>
              </a:ext>
            </a:extLst>
          </p:cNvPr>
          <p:cNvCxnSpPr/>
          <p:nvPr/>
        </p:nvCxnSpPr>
        <p:spPr>
          <a:xfrm>
            <a:off x="8894064" y="1535752"/>
            <a:ext cx="0" cy="1128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9" name="直線接點 1058">
            <a:extLst>
              <a:ext uri="{FF2B5EF4-FFF2-40B4-BE49-F238E27FC236}">
                <a16:creationId xmlns:a16="http://schemas.microsoft.com/office/drawing/2014/main" id="{FB278BBC-CD1A-A27F-2492-6053D11FEF59}"/>
              </a:ext>
            </a:extLst>
          </p:cNvPr>
          <p:cNvCxnSpPr/>
          <p:nvPr/>
        </p:nvCxnSpPr>
        <p:spPr>
          <a:xfrm flipH="1">
            <a:off x="2519216" y="2682240"/>
            <a:ext cx="6405328" cy="2499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3" name="直線接點 1062">
            <a:extLst>
              <a:ext uri="{FF2B5EF4-FFF2-40B4-BE49-F238E27FC236}">
                <a16:creationId xmlns:a16="http://schemas.microsoft.com/office/drawing/2014/main" id="{72FE2E53-5AE2-C0B1-482A-B01C89F3589C}"/>
              </a:ext>
            </a:extLst>
          </p:cNvPr>
          <p:cNvCxnSpPr>
            <a:cxnSpLocks/>
          </p:cNvCxnSpPr>
          <p:nvPr/>
        </p:nvCxnSpPr>
        <p:spPr>
          <a:xfrm flipV="1">
            <a:off x="2519216" y="2807208"/>
            <a:ext cx="0" cy="1200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7" name="直線接點 1066">
            <a:extLst>
              <a:ext uri="{FF2B5EF4-FFF2-40B4-BE49-F238E27FC236}">
                <a16:creationId xmlns:a16="http://schemas.microsoft.com/office/drawing/2014/main" id="{41820BB3-E1E0-3BEB-B629-41D38C2A1440}"/>
              </a:ext>
            </a:extLst>
          </p:cNvPr>
          <p:cNvCxnSpPr/>
          <p:nvPr/>
        </p:nvCxnSpPr>
        <p:spPr>
          <a:xfrm flipV="1">
            <a:off x="2519216" y="2755392"/>
            <a:ext cx="236176" cy="518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9" name="直線接點 1068">
            <a:extLst>
              <a:ext uri="{FF2B5EF4-FFF2-40B4-BE49-F238E27FC236}">
                <a16:creationId xmlns:a16="http://schemas.microsoft.com/office/drawing/2014/main" id="{7D6D2AA7-E3A7-F7BF-0567-095DDA713CA7}"/>
              </a:ext>
            </a:extLst>
          </p:cNvPr>
          <p:cNvCxnSpPr/>
          <p:nvPr/>
        </p:nvCxnSpPr>
        <p:spPr>
          <a:xfrm flipH="1">
            <a:off x="4171950" y="1247775"/>
            <a:ext cx="914937" cy="5882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1" name="直線接點 1070">
            <a:extLst>
              <a:ext uri="{FF2B5EF4-FFF2-40B4-BE49-F238E27FC236}">
                <a16:creationId xmlns:a16="http://schemas.microsoft.com/office/drawing/2014/main" id="{85953666-4A06-5761-A9BB-262A457DE35E}"/>
              </a:ext>
            </a:extLst>
          </p:cNvPr>
          <p:cNvCxnSpPr>
            <a:cxnSpLocks/>
          </p:cNvCxnSpPr>
          <p:nvPr/>
        </p:nvCxnSpPr>
        <p:spPr>
          <a:xfrm flipH="1">
            <a:off x="4137660" y="1295719"/>
            <a:ext cx="946423" cy="4073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3" name="直線接點 1072">
            <a:extLst>
              <a:ext uri="{FF2B5EF4-FFF2-40B4-BE49-F238E27FC236}">
                <a16:creationId xmlns:a16="http://schemas.microsoft.com/office/drawing/2014/main" id="{9FC8F0D1-8426-68D4-6094-BB02952AD646}"/>
              </a:ext>
            </a:extLst>
          </p:cNvPr>
          <p:cNvCxnSpPr>
            <a:cxnSpLocks/>
          </p:cNvCxnSpPr>
          <p:nvPr/>
        </p:nvCxnSpPr>
        <p:spPr>
          <a:xfrm flipH="1">
            <a:off x="4171950" y="1337310"/>
            <a:ext cx="902776" cy="2045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5" name="直線接點 1074">
            <a:extLst>
              <a:ext uri="{FF2B5EF4-FFF2-40B4-BE49-F238E27FC236}">
                <a16:creationId xmlns:a16="http://schemas.microsoft.com/office/drawing/2014/main" id="{7E52F7F3-153E-43D4-BC42-29D18445B2F2}"/>
              </a:ext>
            </a:extLst>
          </p:cNvPr>
          <p:cNvCxnSpPr>
            <a:cxnSpLocks/>
          </p:cNvCxnSpPr>
          <p:nvPr/>
        </p:nvCxnSpPr>
        <p:spPr>
          <a:xfrm flipH="1">
            <a:off x="4137660" y="1367503"/>
            <a:ext cx="946423" cy="269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7" name="直線接點 1076">
            <a:extLst>
              <a:ext uri="{FF2B5EF4-FFF2-40B4-BE49-F238E27FC236}">
                <a16:creationId xmlns:a16="http://schemas.microsoft.com/office/drawing/2014/main" id="{FECEBAC5-2CB2-1FA0-D6FE-709EDC31E3B2}"/>
              </a:ext>
            </a:extLst>
          </p:cNvPr>
          <p:cNvCxnSpPr>
            <a:cxnSpLocks/>
          </p:cNvCxnSpPr>
          <p:nvPr/>
        </p:nvCxnSpPr>
        <p:spPr>
          <a:xfrm flipH="1" flipV="1">
            <a:off x="4137660" y="1285875"/>
            <a:ext cx="946423" cy="1085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5" name="直線接點 1084">
            <a:extLst>
              <a:ext uri="{FF2B5EF4-FFF2-40B4-BE49-F238E27FC236}">
                <a16:creationId xmlns:a16="http://schemas.microsoft.com/office/drawing/2014/main" id="{06D69D5A-A4C6-FBB1-14D2-19C72B97DF99}"/>
              </a:ext>
            </a:extLst>
          </p:cNvPr>
          <p:cNvCxnSpPr/>
          <p:nvPr/>
        </p:nvCxnSpPr>
        <p:spPr>
          <a:xfrm flipH="1">
            <a:off x="4914900" y="1439606"/>
            <a:ext cx="1691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7" name="直線接點 1086">
            <a:extLst>
              <a:ext uri="{FF2B5EF4-FFF2-40B4-BE49-F238E27FC236}">
                <a16:creationId xmlns:a16="http://schemas.microsoft.com/office/drawing/2014/main" id="{FD5443BA-A69D-07D7-6271-98DA49796E70}"/>
              </a:ext>
            </a:extLst>
          </p:cNvPr>
          <p:cNvCxnSpPr>
            <a:cxnSpLocks/>
          </p:cNvCxnSpPr>
          <p:nvPr/>
        </p:nvCxnSpPr>
        <p:spPr>
          <a:xfrm>
            <a:off x="4914900" y="1439606"/>
            <a:ext cx="84591" cy="14026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0" name="直線接點 1089">
            <a:extLst>
              <a:ext uri="{FF2B5EF4-FFF2-40B4-BE49-F238E27FC236}">
                <a16:creationId xmlns:a16="http://schemas.microsoft.com/office/drawing/2014/main" id="{17279D96-43DB-14A3-2FEF-B63593698BB1}"/>
              </a:ext>
            </a:extLst>
          </p:cNvPr>
          <p:cNvCxnSpPr/>
          <p:nvPr/>
        </p:nvCxnSpPr>
        <p:spPr>
          <a:xfrm>
            <a:off x="8894064" y="2663952"/>
            <a:ext cx="30480" cy="182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2" name="直線接點 1091">
            <a:extLst>
              <a:ext uri="{FF2B5EF4-FFF2-40B4-BE49-F238E27FC236}">
                <a16:creationId xmlns:a16="http://schemas.microsoft.com/office/drawing/2014/main" id="{168F7CC8-7F04-A7DB-8AA5-1BB88EDA4FBF}"/>
              </a:ext>
            </a:extLst>
          </p:cNvPr>
          <p:cNvCxnSpPr/>
          <p:nvPr/>
        </p:nvCxnSpPr>
        <p:spPr>
          <a:xfrm>
            <a:off x="4171950" y="1146810"/>
            <a:ext cx="4513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4" name="直線接點 1093">
            <a:extLst>
              <a:ext uri="{FF2B5EF4-FFF2-40B4-BE49-F238E27FC236}">
                <a16:creationId xmlns:a16="http://schemas.microsoft.com/office/drawing/2014/main" id="{D8FD4694-8419-CE5A-103E-BBB5549239A8}"/>
              </a:ext>
            </a:extLst>
          </p:cNvPr>
          <p:cNvCxnSpPr>
            <a:cxnSpLocks/>
          </p:cNvCxnSpPr>
          <p:nvPr/>
        </p:nvCxnSpPr>
        <p:spPr>
          <a:xfrm>
            <a:off x="4601842" y="1146810"/>
            <a:ext cx="64595" cy="38148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7" name="直線接點 1096">
            <a:extLst>
              <a:ext uri="{FF2B5EF4-FFF2-40B4-BE49-F238E27FC236}">
                <a16:creationId xmlns:a16="http://schemas.microsoft.com/office/drawing/2014/main" id="{AF4A6D90-FD6A-56F3-F540-8CD92E19970A}"/>
              </a:ext>
            </a:extLst>
          </p:cNvPr>
          <p:cNvCxnSpPr/>
          <p:nvPr/>
        </p:nvCxnSpPr>
        <p:spPr>
          <a:xfrm>
            <a:off x="4668520" y="4961680"/>
            <a:ext cx="13141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9" name="直線接點 1098">
            <a:extLst>
              <a:ext uri="{FF2B5EF4-FFF2-40B4-BE49-F238E27FC236}">
                <a16:creationId xmlns:a16="http://schemas.microsoft.com/office/drawing/2014/main" id="{A7741C02-E4B7-337A-BFC0-DC31B2DB216C}"/>
              </a:ext>
            </a:extLst>
          </p:cNvPr>
          <p:cNvCxnSpPr/>
          <p:nvPr/>
        </p:nvCxnSpPr>
        <p:spPr>
          <a:xfrm>
            <a:off x="5982663" y="4961680"/>
            <a:ext cx="0" cy="2951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2" name="直線接點 1101">
            <a:extLst>
              <a:ext uri="{FF2B5EF4-FFF2-40B4-BE49-F238E27FC236}">
                <a16:creationId xmlns:a16="http://schemas.microsoft.com/office/drawing/2014/main" id="{FFB92C60-BBBC-35B0-8B5C-C03D2F76E5A7}"/>
              </a:ext>
            </a:extLst>
          </p:cNvPr>
          <p:cNvCxnSpPr>
            <a:cxnSpLocks/>
          </p:cNvCxnSpPr>
          <p:nvPr/>
        </p:nvCxnSpPr>
        <p:spPr>
          <a:xfrm flipH="1" flipV="1">
            <a:off x="4949785" y="1489550"/>
            <a:ext cx="142857" cy="15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6" name="直線接點 1105">
            <a:extLst>
              <a:ext uri="{FF2B5EF4-FFF2-40B4-BE49-F238E27FC236}">
                <a16:creationId xmlns:a16="http://schemas.microsoft.com/office/drawing/2014/main" id="{0E6FE9A5-DC4B-7B06-0298-63E54E83905D}"/>
              </a:ext>
            </a:extLst>
          </p:cNvPr>
          <p:cNvCxnSpPr>
            <a:cxnSpLocks/>
          </p:cNvCxnSpPr>
          <p:nvPr/>
        </p:nvCxnSpPr>
        <p:spPr>
          <a:xfrm flipH="1" flipV="1">
            <a:off x="4942376" y="329890"/>
            <a:ext cx="14819" cy="11695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9" name="直線接點 1108">
            <a:extLst>
              <a:ext uri="{FF2B5EF4-FFF2-40B4-BE49-F238E27FC236}">
                <a16:creationId xmlns:a16="http://schemas.microsoft.com/office/drawing/2014/main" id="{FEBED439-9945-9C9E-F393-9052684913B4}"/>
              </a:ext>
            </a:extLst>
          </p:cNvPr>
          <p:cNvCxnSpPr/>
          <p:nvPr/>
        </p:nvCxnSpPr>
        <p:spPr>
          <a:xfrm flipH="1">
            <a:off x="4171950" y="331470"/>
            <a:ext cx="7704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2" name="直線接點 1111">
            <a:extLst>
              <a:ext uri="{FF2B5EF4-FFF2-40B4-BE49-F238E27FC236}">
                <a16:creationId xmlns:a16="http://schemas.microsoft.com/office/drawing/2014/main" id="{6DDEE59C-BEF6-2BD8-E1D3-A10FFAB4B72B}"/>
              </a:ext>
            </a:extLst>
          </p:cNvPr>
          <p:cNvCxnSpPr/>
          <p:nvPr/>
        </p:nvCxnSpPr>
        <p:spPr>
          <a:xfrm flipH="1">
            <a:off x="2379731" y="1812782"/>
            <a:ext cx="33911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17" name="Picture 8">
            <a:extLst>
              <a:ext uri="{FF2B5EF4-FFF2-40B4-BE49-F238E27FC236}">
                <a16:creationId xmlns:a16="http://schemas.microsoft.com/office/drawing/2014/main" id="{20095A02-52EA-0BBD-08BC-EE5A4DBECD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12" t="30749" r="16390"/>
          <a:stretch>
            <a:fillRect/>
          </a:stretch>
        </p:blipFill>
        <p:spPr bwMode="auto">
          <a:xfrm rot="17873205">
            <a:off x="430546" y="904034"/>
            <a:ext cx="1620761" cy="175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20" name="直線接點 1119">
            <a:extLst>
              <a:ext uri="{FF2B5EF4-FFF2-40B4-BE49-F238E27FC236}">
                <a16:creationId xmlns:a16="http://schemas.microsoft.com/office/drawing/2014/main" id="{D4EC99C8-931C-F391-265E-27664A642184}"/>
              </a:ext>
            </a:extLst>
          </p:cNvPr>
          <p:cNvCxnSpPr/>
          <p:nvPr/>
        </p:nvCxnSpPr>
        <p:spPr>
          <a:xfrm flipH="1">
            <a:off x="721360" y="1812782"/>
            <a:ext cx="165837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2" name="直線接點 1121">
            <a:extLst>
              <a:ext uri="{FF2B5EF4-FFF2-40B4-BE49-F238E27FC236}">
                <a16:creationId xmlns:a16="http://schemas.microsoft.com/office/drawing/2014/main" id="{457B7DF9-2FE5-6824-A221-2FE27F43F9CE}"/>
              </a:ext>
            </a:extLst>
          </p:cNvPr>
          <p:cNvCxnSpPr/>
          <p:nvPr/>
        </p:nvCxnSpPr>
        <p:spPr>
          <a:xfrm flipH="1">
            <a:off x="680720" y="1666240"/>
            <a:ext cx="2038123" cy="1135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4" name="直線接點 1123">
            <a:extLst>
              <a:ext uri="{FF2B5EF4-FFF2-40B4-BE49-F238E27FC236}">
                <a16:creationId xmlns:a16="http://schemas.microsoft.com/office/drawing/2014/main" id="{54CA7AF0-EC62-7817-3929-4592CF25B918}"/>
              </a:ext>
            </a:extLst>
          </p:cNvPr>
          <p:cNvCxnSpPr>
            <a:cxnSpLocks/>
          </p:cNvCxnSpPr>
          <p:nvPr/>
        </p:nvCxnSpPr>
        <p:spPr>
          <a:xfrm flipH="1">
            <a:off x="721360" y="1553022"/>
            <a:ext cx="2019064" cy="1081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6" name="直線接點 1125">
            <a:extLst>
              <a:ext uri="{FF2B5EF4-FFF2-40B4-BE49-F238E27FC236}">
                <a16:creationId xmlns:a16="http://schemas.microsoft.com/office/drawing/2014/main" id="{8DFDDC7B-685F-60BD-202F-548681ACD95C}"/>
              </a:ext>
            </a:extLst>
          </p:cNvPr>
          <p:cNvCxnSpPr/>
          <p:nvPr/>
        </p:nvCxnSpPr>
        <p:spPr>
          <a:xfrm flipH="1">
            <a:off x="680720" y="1439606"/>
            <a:ext cx="2038123" cy="1675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" name="直線接點 1127">
            <a:extLst>
              <a:ext uri="{FF2B5EF4-FFF2-40B4-BE49-F238E27FC236}">
                <a16:creationId xmlns:a16="http://schemas.microsoft.com/office/drawing/2014/main" id="{FA006A11-518A-E5F1-382A-C9FF5E71B63C}"/>
              </a:ext>
            </a:extLst>
          </p:cNvPr>
          <p:cNvCxnSpPr/>
          <p:nvPr/>
        </p:nvCxnSpPr>
        <p:spPr>
          <a:xfrm flipH="1">
            <a:off x="721360" y="1285875"/>
            <a:ext cx="1997483" cy="2671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0" name="直線接點 1129">
            <a:extLst>
              <a:ext uri="{FF2B5EF4-FFF2-40B4-BE49-F238E27FC236}">
                <a16:creationId xmlns:a16="http://schemas.microsoft.com/office/drawing/2014/main" id="{951254CE-48CA-30C4-2ABC-9F6C234E4CE3}"/>
              </a:ext>
            </a:extLst>
          </p:cNvPr>
          <p:cNvCxnSpPr/>
          <p:nvPr/>
        </p:nvCxnSpPr>
        <p:spPr>
          <a:xfrm flipH="1">
            <a:off x="721360" y="1146810"/>
            <a:ext cx="1997483" cy="2927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3" name="文字方塊 1132">
            <a:extLst>
              <a:ext uri="{FF2B5EF4-FFF2-40B4-BE49-F238E27FC236}">
                <a16:creationId xmlns:a16="http://schemas.microsoft.com/office/drawing/2014/main" id="{EBFC62B7-DE17-244A-1774-08B74C8FE387}"/>
              </a:ext>
            </a:extLst>
          </p:cNvPr>
          <p:cNvSpPr txBox="1"/>
          <p:nvPr/>
        </p:nvSpPr>
        <p:spPr>
          <a:xfrm>
            <a:off x="433410" y="621499"/>
            <a:ext cx="8608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l298n</a:t>
            </a:r>
            <a:endParaRPr lang="zh-TW" altLang="en-US" sz="1200" dirty="0"/>
          </a:p>
        </p:txBody>
      </p:sp>
      <p:cxnSp>
        <p:nvCxnSpPr>
          <p:cNvPr id="1135" name="直線接點 1134">
            <a:extLst>
              <a:ext uri="{FF2B5EF4-FFF2-40B4-BE49-F238E27FC236}">
                <a16:creationId xmlns:a16="http://schemas.microsoft.com/office/drawing/2014/main" id="{BF872CEC-B2AB-828B-8FA4-91D395DC1BBC}"/>
              </a:ext>
            </a:extLst>
          </p:cNvPr>
          <p:cNvCxnSpPr>
            <a:cxnSpLocks/>
          </p:cNvCxnSpPr>
          <p:nvPr/>
        </p:nvCxnSpPr>
        <p:spPr>
          <a:xfrm flipV="1">
            <a:off x="2637304" y="3429000"/>
            <a:ext cx="0" cy="6563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7" name="直線接點 1136">
            <a:extLst>
              <a:ext uri="{FF2B5EF4-FFF2-40B4-BE49-F238E27FC236}">
                <a16:creationId xmlns:a16="http://schemas.microsoft.com/office/drawing/2014/main" id="{C8806B15-6CE2-D546-0FC0-C80CD37F14EB}"/>
              </a:ext>
            </a:extLst>
          </p:cNvPr>
          <p:cNvCxnSpPr/>
          <p:nvPr/>
        </p:nvCxnSpPr>
        <p:spPr>
          <a:xfrm>
            <a:off x="2615189" y="3429000"/>
            <a:ext cx="3307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9" name="直線接點 1138">
            <a:extLst>
              <a:ext uri="{FF2B5EF4-FFF2-40B4-BE49-F238E27FC236}">
                <a16:creationId xmlns:a16="http://schemas.microsoft.com/office/drawing/2014/main" id="{5725B76B-891D-27C3-60D1-1F3D74D213EF}"/>
              </a:ext>
            </a:extLst>
          </p:cNvPr>
          <p:cNvCxnSpPr/>
          <p:nvPr/>
        </p:nvCxnSpPr>
        <p:spPr>
          <a:xfrm>
            <a:off x="5922767" y="3429000"/>
            <a:ext cx="0" cy="18278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4" name="直線接點 1143">
            <a:extLst>
              <a:ext uri="{FF2B5EF4-FFF2-40B4-BE49-F238E27FC236}">
                <a16:creationId xmlns:a16="http://schemas.microsoft.com/office/drawing/2014/main" id="{C9EC2349-1628-13DB-6436-56B480694431}"/>
              </a:ext>
            </a:extLst>
          </p:cNvPr>
          <p:cNvCxnSpPr/>
          <p:nvPr/>
        </p:nvCxnSpPr>
        <p:spPr>
          <a:xfrm>
            <a:off x="4268978" y="1935480"/>
            <a:ext cx="20142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6" name="直線接點 1145">
            <a:extLst>
              <a:ext uri="{FF2B5EF4-FFF2-40B4-BE49-F238E27FC236}">
                <a16:creationId xmlns:a16="http://schemas.microsoft.com/office/drawing/2014/main" id="{5B439610-D9FD-A145-C77A-D062A1CB4903}"/>
              </a:ext>
            </a:extLst>
          </p:cNvPr>
          <p:cNvCxnSpPr/>
          <p:nvPr/>
        </p:nvCxnSpPr>
        <p:spPr>
          <a:xfrm>
            <a:off x="4470400" y="1915160"/>
            <a:ext cx="0" cy="2346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8" name="直線接點 1147">
            <a:extLst>
              <a:ext uri="{FF2B5EF4-FFF2-40B4-BE49-F238E27FC236}">
                <a16:creationId xmlns:a16="http://schemas.microsoft.com/office/drawing/2014/main" id="{964701A4-51EE-E494-E253-487AB14C2338}"/>
              </a:ext>
            </a:extLst>
          </p:cNvPr>
          <p:cNvCxnSpPr>
            <a:cxnSpLocks/>
          </p:cNvCxnSpPr>
          <p:nvPr/>
        </p:nvCxnSpPr>
        <p:spPr>
          <a:xfrm>
            <a:off x="2713880" y="4202530"/>
            <a:ext cx="1756520" cy="646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1" name="直線接點 1150">
            <a:extLst>
              <a:ext uri="{FF2B5EF4-FFF2-40B4-BE49-F238E27FC236}">
                <a16:creationId xmlns:a16="http://schemas.microsoft.com/office/drawing/2014/main" id="{B1AA9EB3-CA0F-4EE8-457E-0CACCF033D6B}"/>
              </a:ext>
            </a:extLst>
          </p:cNvPr>
          <p:cNvCxnSpPr/>
          <p:nvPr/>
        </p:nvCxnSpPr>
        <p:spPr>
          <a:xfrm>
            <a:off x="4268978" y="2204720"/>
            <a:ext cx="12866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3" name="直線接點 1152">
            <a:extLst>
              <a:ext uri="{FF2B5EF4-FFF2-40B4-BE49-F238E27FC236}">
                <a16:creationId xmlns:a16="http://schemas.microsoft.com/office/drawing/2014/main" id="{161FF0C3-A8B2-CFB2-04C4-1E171A61B427}"/>
              </a:ext>
            </a:extLst>
          </p:cNvPr>
          <p:cNvCxnSpPr/>
          <p:nvPr/>
        </p:nvCxnSpPr>
        <p:spPr>
          <a:xfrm flipH="1">
            <a:off x="4397644" y="2209800"/>
            <a:ext cx="17103" cy="15900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5" name="直線接點 1154">
            <a:extLst>
              <a:ext uri="{FF2B5EF4-FFF2-40B4-BE49-F238E27FC236}">
                <a16:creationId xmlns:a16="http://schemas.microsoft.com/office/drawing/2014/main" id="{4F2937CA-18F3-E908-E279-30A4E9C893DD}"/>
              </a:ext>
            </a:extLst>
          </p:cNvPr>
          <p:cNvCxnSpPr/>
          <p:nvPr/>
        </p:nvCxnSpPr>
        <p:spPr>
          <a:xfrm flipH="1" flipV="1">
            <a:off x="2519216" y="3757189"/>
            <a:ext cx="1878428" cy="528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7" name="直線接點 1156">
            <a:extLst>
              <a:ext uri="{FF2B5EF4-FFF2-40B4-BE49-F238E27FC236}">
                <a16:creationId xmlns:a16="http://schemas.microsoft.com/office/drawing/2014/main" id="{E50CF374-6A7B-4341-50CC-A94810348F1F}"/>
              </a:ext>
            </a:extLst>
          </p:cNvPr>
          <p:cNvCxnSpPr>
            <a:cxnSpLocks/>
          </p:cNvCxnSpPr>
          <p:nvPr/>
        </p:nvCxnSpPr>
        <p:spPr>
          <a:xfrm>
            <a:off x="2538633" y="3757189"/>
            <a:ext cx="76556" cy="4033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0" name="直線接點 1159">
            <a:extLst>
              <a:ext uri="{FF2B5EF4-FFF2-40B4-BE49-F238E27FC236}">
                <a16:creationId xmlns:a16="http://schemas.microsoft.com/office/drawing/2014/main" id="{B37E45F1-ACA0-1EB9-0398-967EB626B822}"/>
              </a:ext>
            </a:extLst>
          </p:cNvPr>
          <p:cNvCxnSpPr/>
          <p:nvPr/>
        </p:nvCxnSpPr>
        <p:spPr>
          <a:xfrm>
            <a:off x="4268978" y="2346960"/>
            <a:ext cx="762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2" name="直線接點 1161">
            <a:extLst>
              <a:ext uri="{FF2B5EF4-FFF2-40B4-BE49-F238E27FC236}">
                <a16:creationId xmlns:a16="http://schemas.microsoft.com/office/drawing/2014/main" id="{A84E0FC5-BAFD-B9C9-13F1-CCCF3BB7D76E}"/>
              </a:ext>
            </a:extLst>
          </p:cNvPr>
          <p:cNvCxnSpPr/>
          <p:nvPr/>
        </p:nvCxnSpPr>
        <p:spPr>
          <a:xfrm flipH="1">
            <a:off x="4333311" y="2357120"/>
            <a:ext cx="11919" cy="1310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4" name="直線接點 1163">
            <a:extLst>
              <a:ext uri="{FF2B5EF4-FFF2-40B4-BE49-F238E27FC236}">
                <a16:creationId xmlns:a16="http://schemas.microsoft.com/office/drawing/2014/main" id="{44ED7B61-ABBD-1F6F-20E4-26F7B9F3C5B8}"/>
              </a:ext>
            </a:extLst>
          </p:cNvPr>
          <p:cNvCxnSpPr/>
          <p:nvPr/>
        </p:nvCxnSpPr>
        <p:spPr>
          <a:xfrm flipH="1" flipV="1">
            <a:off x="2280920" y="3642360"/>
            <a:ext cx="2052391" cy="40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6" name="直線接點 1165">
            <a:extLst>
              <a:ext uri="{FF2B5EF4-FFF2-40B4-BE49-F238E27FC236}">
                <a16:creationId xmlns:a16="http://schemas.microsoft.com/office/drawing/2014/main" id="{607601F1-D6FD-8A4A-034C-450D2F6B0D91}"/>
              </a:ext>
            </a:extLst>
          </p:cNvPr>
          <p:cNvCxnSpPr>
            <a:cxnSpLocks/>
          </p:cNvCxnSpPr>
          <p:nvPr/>
        </p:nvCxnSpPr>
        <p:spPr>
          <a:xfrm>
            <a:off x="2296125" y="3637454"/>
            <a:ext cx="253162" cy="5230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70" name="圖片 1169">
            <a:extLst>
              <a:ext uri="{FF2B5EF4-FFF2-40B4-BE49-F238E27FC236}">
                <a16:creationId xmlns:a16="http://schemas.microsoft.com/office/drawing/2014/main" id="{29DE336C-3DC2-ECFE-C9FB-0A03697DB9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83461" y="3582154"/>
            <a:ext cx="388249" cy="126508"/>
          </a:xfrm>
          <a:prstGeom prst="rect">
            <a:avLst/>
          </a:prstGeom>
        </p:spPr>
      </p:pic>
      <p:pic>
        <p:nvPicPr>
          <p:cNvPr id="1172" name="圖片 1171">
            <a:extLst>
              <a:ext uri="{FF2B5EF4-FFF2-40B4-BE49-F238E27FC236}">
                <a16:creationId xmlns:a16="http://schemas.microsoft.com/office/drawing/2014/main" id="{04C256BA-011A-AE32-9BED-E83E7BC927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77585" y="3705183"/>
            <a:ext cx="388249" cy="126508"/>
          </a:xfrm>
          <a:prstGeom prst="rect">
            <a:avLst/>
          </a:prstGeom>
        </p:spPr>
      </p:pic>
      <p:pic>
        <p:nvPicPr>
          <p:cNvPr id="1174" name="圖片 1173">
            <a:extLst>
              <a:ext uri="{FF2B5EF4-FFF2-40B4-BE49-F238E27FC236}">
                <a16:creationId xmlns:a16="http://schemas.microsoft.com/office/drawing/2014/main" id="{95055B9B-71F4-DB39-C02C-831747A6E0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0717" y="4156702"/>
            <a:ext cx="388249" cy="126508"/>
          </a:xfrm>
          <a:prstGeom prst="rect">
            <a:avLst/>
          </a:prstGeom>
        </p:spPr>
      </p:pic>
      <p:sp>
        <p:nvSpPr>
          <p:cNvPr id="1175" name="文字方塊 1174">
            <a:extLst>
              <a:ext uri="{FF2B5EF4-FFF2-40B4-BE49-F238E27FC236}">
                <a16:creationId xmlns:a16="http://schemas.microsoft.com/office/drawing/2014/main" id="{5CB8E02E-10E5-14F2-C9F4-0D31BC8A1788}"/>
              </a:ext>
            </a:extLst>
          </p:cNvPr>
          <p:cNvSpPr txBox="1"/>
          <p:nvPr/>
        </p:nvSpPr>
        <p:spPr>
          <a:xfrm>
            <a:off x="2883461" y="6195060"/>
            <a:ext cx="125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35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組</a:t>
            </a:r>
          </a:p>
        </p:txBody>
      </p:sp>
      <p:sp>
        <p:nvSpPr>
          <p:cNvPr id="1177" name="文字方塊 1176">
            <a:extLst>
              <a:ext uri="{FF2B5EF4-FFF2-40B4-BE49-F238E27FC236}">
                <a16:creationId xmlns:a16="http://schemas.microsoft.com/office/drawing/2014/main" id="{E8E0843E-9FB7-C618-8263-06D6C73CE281}"/>
              </a:ext>
            </a:extLst>
          </p:cNvPr>
          <p:cNvSpPr txBox="1"/>
          <p:nvPr/>
        </p:nvSpPr>
        <p:spPr>
          <a:xfrm>
            <a:off x="923445" y="118594"/>
            <a:ext cx="125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35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組</a:t>
            </a:r>
          </a:p>
        </p:txBody>
      </p:sp>
    </p:spTree>
    <p:extLst>
      <p:ext uri="{BB962C8B-B14F-4D97-AF65-F5344CB8AC3E}">
        <p14:creationId xmlns:p14="http://schemas.microsoft.com/office/powerpoint/2010/main" val="592182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160</Words>
  <Application>Microsoft Office PowerPoint</Application>
  <PresentationFormat>寬螢幕</PresentationFormat>
  <Paragraphs>16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微軟正黑體</vt:lpstr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李昂衡 LI,ANG-HENG</dc:creator>
  <cp:lastModifiedBy>李昂衡 LI,ANG-HENG</cp:lastModifiedBy>
  <cp:revision>1</cp:revision>
  <dcterms:created xsi:type="dcterms:W3CDTF">2026-06-15T07:56:13Z</dcterms:created>
  <dcterms:modified xsi:type="dcterms:W3CDTF">2026-06-15T09:02:47Z</dcterms:modified>
</cp:coreProperties>
</file>